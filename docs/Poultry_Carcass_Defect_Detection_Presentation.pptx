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67848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Poultry Carcass Defect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D4F5"/>
                </a:solidFill>
              </a:rPr>
              <a:t>System Design, Class Diagram &amp; ER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7E22"/>
                </a:solidFill>
              </a:rPr>
              <a:t>Flask  •  YOLO26  •  Python  •  OpenCV  •  HTML/JS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914400"/>
            <a:ext cx="2468880" cy="50292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16459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AI-Powered
Quality Control
for Poultry
Industry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1148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430000" cy="9144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*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4F5"/>
                </a:solidFill>
              </a:rPr>
              <a:t>Detect and classify defects in poultry carcasses using YOLOv26-based deep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11430000" cy="9144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*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4F5"/>
                </a:solidFill>
              </a:rPr>
              <a:t>Merged YOLO dataset from multiple sources with train / valid / test splits.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1430000" cy="9144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*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4F5"/>
                </a:solidFill>
              </a:rPr>
              <a:t>YOLO26 nano model (yolo26n.pt) trained on poultry defect images; exports to ONNX.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11430000" cy="9144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* Web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4F5"/>
                </a:solidFill>
              </a:rPr>
              <a:t>Flask REST API + browser frontend supporting image upload, video upload &amp; live camera.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12079"/>
            <a:ext cx="11430000" cy="91440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*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2355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D4F5"/>
                </a:solidFill>
              </a:rPr>
              <a:t>Annotated images/videos with bounding boxes, confidence scores, and summary stats.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D4F5"/>
                </a:solidFill>
              </a:rPr>
              <a:t>End-to-end pipeline: Dataset → Training → Model Weights → Flask API →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727975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1148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91440" cy="1737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051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prepare_yolo26_dataset.py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60120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960120"/>
            <a:ext cx="91440" cy="17373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051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datasets/merged_detection_yolo26/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91440" cy="1737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0515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YOLO26_model.ipynb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83463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834639"/>
            <a:ext cx="91440" cy="1737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92607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4289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runs/…/weights/ (best.pt, best.onnx)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83463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834639"/>
            <a:ext cx="91440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292607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34289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web/backend/app.py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83463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2834639"/>
            <a:ext cx="91440" cy="1737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292607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Inference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4289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web/backend/inference.py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70915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709159"/>
            <a:ext cx="91440" cy="17373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8005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5303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web/backend/config.py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70915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4709159"/>
            <a:ext cx="91440" cy="1737360"/>
          </a:xfrm>
          <a:prstGeom prst="rect">
            <a:avLst/>
          </a:prstGeom>
          <a:solidFill>
            <a:srgbClr val="1A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48005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5303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web/index.html + web/static/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4709159"/>
            <a:ext cx="3749039" cy="173736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79" y="4709159"/>
            <a:ext cx="91440" cy="173736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1" y="480059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Temporary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1" y="5303519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D4F5"/>
                </a:solidFill>
              </a:rPr>
              <a:t>web/uploads/ + web/outputs/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Endpoints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1148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7772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78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4F5"/>
                </a:solidFill>
              </a:rPr>
              <a:t>Check model readiness &amp; system 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03120"/>
            <a:ext cx="777240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37744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762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/api/detect/image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4F5"/>
                </a:solidFill>
              </a:rPr>
              <a:t>Upload image file or base64 → annotated JPEG + JSON detections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777240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7472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73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/api/detect/frame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03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4F5"/>
                </a:solidFill>
              </a:rPr>
              <a:t>Send webcam frame (base64) → real-time detection 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97679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297679"/>
            <a:ext cx="777240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57199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708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/api/detect/video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0059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4F5"/>
                </a:solidFill>
              </a:rPr>
              <a:t>Upload video → processed MP4 + detection stats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9496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394960"/>
            <a:ext cx="777240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66928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681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/api/outputs/&lt;filename&gt;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897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D4F5"/>
                </a:solidFill>
              </a:rPr>
              <a:t>Stream processed output video to 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D4F5"/>
                </a:solidFill>
              </a:rPr>
              <a:t>Logical components and their relationships (function-based, modularized)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75867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Entity-Relationship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D4F5"/>
                </a:solidFill>
              </a:rPr>
              <a:t>Conceptual database model (3NF normalized) for future persistence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74504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Normalization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1148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D4F5"/>
                </a:solidFill>
              </a:rPr>
              <a:t>The system currently uses file-based storage. This conceptual normalization shows how a database layer would be structured: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5760720" cy="237744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5760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1NF – First Normal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Each field holds one atomic value.
Separate detections into individual rows instead of comma-separated strings.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760720" cy="237744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76072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2NF – Second Normal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Remove partial dependencies.
InferenceRequest stores request-level data separately from DetectionResult.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931920"/>
            <a:ext cx="5760720" cy="237744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931920"/>
            <a:ext cx="576072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77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3NF – Third Normal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48056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Remove transitive dependencies.
DefectClass (class_id, class_name, color) stored in its own table, referenced by FK.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5760720" cy="237744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7607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77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Final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8056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DefectClass · Dataset · Image · Annotation · TrainingRun ·
ModelArtifact · InferenceRequest · DetectionResult · BoundingBox · OutputFile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41148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7315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&gt;&gt;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From raw dataset preparation through YOLO26 training to a live inference web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7315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980B9"/>
                </a:solidFill>
              </a:rPr>
              <a:t>&gt;&gt; Modular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Clear separation: Dataset Prep → Training → Model Storage → Flask API → Frontend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73152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&gt;&gt; Real-Time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Supports live camera feeds, image uploads, and full video processing with annotated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51959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251959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7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&gt;&gt; Extensible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7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Conceptual DB design follows 3NF; easy to add persistence, user auth, and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49240"/>
            <a:ext cx="11612880" cy="960120"/>
          </a:xfrm>
          <a:prstGeom prst="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349240"/>
            <a:ext cx="7315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&gt;&gt; Production-Ready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D4F5"/>
                </a:solidFill>
              </a:rPr>
              <a:t>Flask REST API with CORS, file validation, error handling, and configurable thresholds.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
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00C853"/>
                </a:solidFill>
              </a:rPr>
              <a:t>Poultry Carcass Defect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System Design, Class Diagram &amp; ER Diagram — Review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CAF50"/>
                </a:solidFill>
              </a:rPr>
              <a:t>Review 1  -  Phase I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</a:rPr>
              <a:t>Python 3.10  |  Flask  |  YOLO26 (Ultralytics)  |  OpenCV  |  HTML/JS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0CBC4"/>
                </a:solidFill>
              </a:rPr>
              <a:t>Academic Year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System Architecture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6012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Layered architecture: Presentation &gt; Application &gt; Processing &gt; AI/Model &gt; Storage &gt; Infrastructure</a:t>
            </a:r>
          </a:p>
        </p:txBody>
      </p:sp>
      <p:pic>
        <p:nvPicPr>
          <p:cNvPr id="7" name="Picture 6" descr="sys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25880"/>
            <a:ext cx="11640312" cy="88284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UML Class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6012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10 core classes: FlaskApp, InferenceEngine, ModelConfig, ImageCodec, Detection, BoundingBox, VideoProcessor, DatasetPreparer, YOLODataset, FrontendApp</a:t>
            </a:r>
          </a:p>
        </p:txBody>
      </p:sp>
      <p:pic>
        <p:nvPicPr>
          <p:cNvPr id="7" name="Picture 6" descr="class_di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25880"/>
            <a:ext cx="11640312" cy="84318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Entity Relationship (ER)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6012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11 entities: DATASET, IMAGE, ANNOTATION, DEFECT_CLASS, TRAINING_RUN, MODEL_ARTIFACT, INFERENCE_REQUEST, DETECTION_RESULT, BOUNDING_BOX, OUTPUT_FILE, VIDEO</a:t>
            </a:r>
          </a:p>
        </p:txBody>
      </p:sp>
      <p:pic>
        <p:nvPicPr>
          <p:cNvPr id="7" name="Picture 6" descr="er_di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25880"/>
            <a:ext cx="11640312" cy="82187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00C853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66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Poultry Carcass Defect Detection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0CBC4"/>
                </a:solidFill>
              </a:rPr>
              <a:t>System Design Presentation  |  YOLO26  |  Flask REST API  |  Browser UI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